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1530985"/>
          </a:xfrm>
        </p:spPr>
        <p:txBody>
          <a:bodyPr/>
          <a:p>
            <a:r>
              <a:rPr lang="en-US"/>
              <a:t>AVIATION RISK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8720" y="3270885"/>
            <a:ext cx="9144000" cy="1090295"/>
          </a:xfrm>
        </p:spPr>
        <p:txBody>
          <a:bodyPr/>
          <a:p>
            <a:r>
              <a:rPr lang="en-US"/>
              <a:t>Using proven historical data to analize the best potential aircraft acquisition</a:t>
            </a:r>
            <a:endParaRPr lang="en-US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516110" y="5246370"/>
            <a:ext cx="4064000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By: BRIAN AYIMBA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u="sng"/>
              <a:t>Overview</a:t>
            </a:r>
            <a:endParaRPr lang="en-US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Purpose of This Analysis</a:t>
            </a:r>
            <a:endParaRPr lang="en-US" altLang="en-US" b="1"/>
          </a:p>
          <a:p>
            <a:r>
              <a:rPr lang="en-US" altLang="en-US"/>
              <a:t>This analysis identifies lower-risk aircraft options using historical accident data</a:t>
            </a:r>
            <a:endParaRPr lang="en-US" altLang="en-US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Outcome</a:t>
            </a:r>
            <a:endParaRPr lang="en-US" altLang="en-US" b="1"/>
          </a:p>
          <a:p>
            <a:r>
              <a:rPr lang="en-US" altLang="en-US"/>
              <a:t>Clear, actionable recommendations for aircraft acquisition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Business Aspect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Key Business Question</a:t>
            </a:r>
            <a:endParaRPr lang="en-US" altLang="en-US"/>
          </a:p>
          <a:p>
            <a:r>
              <a:rPr lang="en-US" altLang="en-US"/>
              <a:t>Which aircraft types present the lowest operational risk for commercial and private use?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Why This Matters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● Safety incidents increase: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○ Insurance premiums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○ Legal liability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○ Reputational damage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● Early aircraft choices determine long-term risk exposure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Data Aspect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Data Source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● National Transportation Safety Board (NTSB)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● Aviation accident data (1962–2023)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What We Focused 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● Accident frequency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● Injury severity as a proxy for operational risk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Risk parameters used 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Severity Scoring Approach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● Fatal injuries → High risk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● Serious injuries → Moderate risk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● Minor or no injuries → Lower risk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/>
              <a:t>Accident Frequency by Aircraft Category</a:t>
            </a:r>
            <a:endParaRPr lang="en-US" altLang="en-US" b="1" u="sng"/>
          </a:p>
        </p:txBody>
      </p:sp>
      <p:pic>
        <p:nvPicPr>
          <p:cNvPr id="4" name="Content Placeholder 3" descr="outpu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769745"/>
            <a:ext cx="6148705" cy="40608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24675" y="1769745"/>
            <a:ext cx="4429760" cy="2715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/>
              <a:t>Insights:</a:t>
            </a:r>
            <a:endParaRPr 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Fixed-wing aircrafts have the highest accident count due to the volume of use.</a:t>
            </a: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Using severity to analyize makes it more feasible as compared to the accident count</a:t>
            </a: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b="1" u="sng"/>
              <a:t>Average Accident Severity by Aircraft Category</a:t>
            </a:r>
            <a:endParaRPr lang="en-US" altLang="en-US" b="1" u="sng"/>
          </a:p>
        </p:txBody>
      </p:sp>
      <p:pic>
        <p:nvPicPr>
          <p:cNvPr id="4" name="Content Placeholder 3" descr="severity outpu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8405" y="1875790"/>
            <a:ext cx="5384800" cy="40709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676515" y="187579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u="sng"/>
              <a:t>Insights</a:t>
            </a:r>
            <a:endParaRPr lang="en-US" b="1" u="sn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Fixed-wing commercial aircraft show </a:t>
            </a: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/>
              <a:t>      lower severity outcomes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Helicopters and experimental aircraft </a:t>
            </a: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/>
              <a:t>      show higher average severity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Business recommendations;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Prioritize fixed-wing commercial aircraft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They demonstrate the lowest combined frequency and severity risk</a:t>
            </a:r>
            <a:endParaRPr lang="en-US" altLang="en-US"/>
          </a:p>
          <a:p>
            <a:r>
              <a:rPr lang="en-US" altLang="en-US"/>
              <a:t>Avoid experimental aircraft and rotorcraft in early expansion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They show higher severity outcomes and operational volatility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1898650"/>
            <a:ext cx="10515600" cy="1325563"/>
          </a:xfrm>
        </p:spPr>
        <p:txBody>
          <a:bodyPr>
            <a:normAutofit/>
          </a:bodyPr>
          <a:p>
            <a:r>
              <a:rPr lang="en-US" b="1" u="sng">
                <a:latin typeface="Arial Black" panose="020B0A04020102020204" charset="0"/>
                <a:cs typeface="Arial Black" panose="020B0A04020102020204" charset="0"/>
              </a:rPr>
              <a:t>THANK YOU</a:t>
            </a:r>
            <a:endParaRPr lang="en-US" b="1" u="sng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1595</Words>
  <Application>WPS Presentation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brayo</dc:creator>
  <cp:lastModifiedBy>Brian Ayimba</cp:lastModifiedBy>
  <cp:revision>3</cp:revision>
  <dcterms:created xsi:type="dcterms:W3CDTF">2025-07-23T00:59:00Z</dcterms:created>
  <dcterms:modified xsi:type="dcterms:W3CDTF">2025-12-18T12:39:47Z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9CE3DF75254A428B82B78B7F1D8970C7_11</vt:lpwstr>
  </property>
  <property fmtid="{D5CDD505-2E9C-101B-9397-08002B2CF9AE}" pid="3" name="KSOProductBuildVer">
    <vt:lpwstr>1033-12.2.0.23155</vt:lpwstr>
  </property>
</Properties>
</file>